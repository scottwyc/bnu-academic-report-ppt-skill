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nu_logo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0352"/>
            <a:ext cx="824789" cy="749808"/>
          </a:xfrm>
          <a:prstGeom prst="rect">
            <a:avLst/>
          </a:prstGeom>
        </p:spPr>
      </p:pic>
      <p:pic>
        <p:nvPicPr>
          <p:cNvPr id="4" name="Picture 3" descr="sss_bn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658368"/>
            <a:ext cx="2834640" cy="444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938528"/>
            <a:ext cx="8961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复杂网络与知识发现文献分析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06624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从详细 Markdown 文档自动生成的中文学术简约 PPT 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383280"/>
            <a:ext cx="5120640" cy="36576"/>
          </a:xfrm>
          <a:prstGeom prst="rect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22191"/>
            <a:ext cx="8046720" cy="8412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输入：analysis.md + style.yaml
输出：可编辑 PPTX / PDF / HTML 预览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北京师范大学 · 系统科学学院 | Beijing Normal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43737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s_b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347472"/>
            <a:ext cx="2834640" cy="444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76656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默认工作流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面向长篇中文文献分析 Markdown，而不是手写逐页 slides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16459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2788920"/>
            <a:ext cx="23317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305409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Source 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538728"/>
            <a:ext cx="192024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详细综述、论文详析、证据表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00400" y="3310128"/>
            <a:ext cx="438912" cy="237744"/>
          </a:xfrm>
          <a:prstGeom prst="rightArrow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9584" y="2788920"/>
            <a:ext cx="23317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9896" y="305409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9896" y="3538728"/>
            <a:ext cx="192024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抽取主结论、页型、引用证据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16752" y="3310128"/>
            <a:ext cx="438912" cy="237744"/>
          </a:xfrm>
          <a:prstGeom prst="rightArrow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5936" y="2788920"/>
            <a:ext cx="23317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05409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Style 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538728"/>
            <a:ext cx="192024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logo、配色、中文字体、版式密度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33104" y="3310128"/>
            <a:ext cx="438912" cy="237744"/>
          </a:xfrm>
          <a:prstGeom prst="rightArrow">
            <a:avLst/>
          </a:prstGeom>
          <a:solidFill>
            <a:srgbClr val="861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62288" y="2788920"/>
            <a:ext cx="233172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3054096"/>
            <a:ext cx="1920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Render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538728"/>
            <a:ext cx="1920240" cy="493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PPTX、PDF、HTML、预览图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4748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关键原则：先生成 slide_outline.json，再渲染 PPT；每页只承载一个主结论，并保留文献证据。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北京师范大学 · 系统科学学院 | Beijing Normal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3737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s_b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347472"/>
            <a:ext cx="2834640" cy="444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76656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代表性论文逐篇分析页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固定结构：Why / How / Evidence / Limitation /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16459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212848"/>
            <a:ext cx="2103120" cy="233172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32304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Why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944368"/>
            <a:ext cx="177393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研究问题
科学意义
与复杂网络的连接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0088" y="2212848"/>
            <a:ext cx="2103120" cy="233172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80" y="2432304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944368"/>
            <a:ext cx="177393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数据来源
图/网络构建
模型与评价指标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94376" y="2212848"/>
            <a:ext cx="2103120" cy="233172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58968" y="2432304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944368"/>
            <a:ext cx="177393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期刊与发表时间
DOI/URL
PDF 下载状态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98664" y="2212848"/>
            <a:ext cx="2103120" cy="233172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63256" y="2432304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63256" y="2944368"/>
            <a:ext cx="177393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外推边界
数据偏差
可复现性风险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02952" y="2212848"/>
            <a:ext cx="2103120" cy="2331720"/>
          </a:xfrm>
          <a:prstGeom prst="roundRect">
            <a:avLst/>
          </a:prstGeom>
          <a:solidFill>
            <a:srgbClr val="FCFCFC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7544" y="2432304"/>
            <a:ext cx="177393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861F2D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67544" y="2944368"/>
            <a:ext cx="1773936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30" b="0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可借鉴方法
可复用数据
后续研究问题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84064"/>
            <a:ext cx="10607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适合从长文档里的每篇论文详细报告自动压缩成 1-2 页中文 PPT。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北京师范大学 · 系统科学学院 | Beijing Normal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3737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ss_bn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347472"/>
            <a:ext cx="2834640" cy="444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76656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 b="1">
                <a:solidFill>
                  <a:srgbClr val="1C222B"/>
                </a:solidFill>
                <a:latin typeface="Microsoft YaHei"/>
                <a:ea typeface="Microsoft YaHei"/>
                <a:cs typeface="Microsoft YaHei"/>
              </a:rPr>
              <a:t>文献证据表页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307592"/>
            <a:ext cx="87782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文献分析 PPT 必须保留“新近性”和真实性证据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92224"/>
            <a:ext cx="10881360" cy="16459"/>
          </a:xfrm>
          <a:prstGeom prst="rect">
            <a:avLst/>
          </a:prstGeom>
          <a:solidFill>
            <a:srgbClr val="DE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240280"/>
          <a:ext cx="10469879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325880"/>
                <a:gridCol w="914400"/>
                <a:gridCol w="2331720"/>
                <a:gridCol w="2148840"/>
              </a:tblGrid>
              <a:tr h="49149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</a:t>
                      </a:r>
                    </a:p>
                  </a:txBody>
                  <a:tcPr marL="54864" marR="54864">
                    <a:solidFill>
                      <a:srgbClr val="86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期刊</a:t>
                      </a:r>
                    </a:p>
                  </a:txBody>
                  <a:tcPr marL="54864" marR="54864">
                    <a:solidFill>
                      <a:srgbClr val="86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</a:t>
                      </a:r>
                    </a:p>
                  </a:txBody>
                  <a:tcPr marL="54864" marR="54864">
                    <a:solidFill>
                      <a:srgbClr val="86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</a:t>
                      </a:r>
                    </a:p>
                  </a:txBody>
                  <a:tcPr marL="54864" marR="54864">
                    <a:solidFill>
                      <a:srgbClr val="86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证据状态</a:t>
                      </a:r>
                    </a:p>
                  </a:txBody>
                  <a:tcPr marL="54864" marR="54864">
                    <a:solidFill>
                      <a:srgbClr val="861F2D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Predicting new research directions ...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子刊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LLM + concept graph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DOI/PDF 已核查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Conceptual structure and growth ...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 子刊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科学知识结构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DOI/PDF 已核查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Unsupervised word embeddings ...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Nature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潜知识发现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C22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DOI/PDF 已核查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736592"/>
            <a:ext cx="1060704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生成器应自动检查：期刊是否满足约束、日期是否近五年、DOI/URL 是否有效、PDF 是否已下载或有可访问页面。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772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636B74"/>
                </a:solidFill>
                <a:latin typeface="Microsoft YaHei"/>
                <a:ea typeface="Microsoft YaHei"/>
                <a:cs typeface="Microsoft YaHei"/>
              </a:rPr>
              <a:t>北京师范大学 · 系统科学学院 | Beijing Normal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437376"/>
            <a:ext cx="365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636B7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BNU academic report PPT skill template</dc:title>
  <dc:subject>Anonymized public skill template</dc:subject>
  <dc:creator>XXX</dc:creator>
  <cp:keywords/>
  <dc:description>Public anonymized template. Replace XXX with presenter information in generated decks.</dc:description>
  <cp:lastModifiedBy>XXX</cp:lastModifiedBy>
  <cp:revision>1</cp:revision>
  <dcterms:created xsi:type="dcterms:W3CDTF">2013-01-27T09:14:16Z</dcterms:created>
  <dcterms:modified xsi:type="dcterms:W3CDTF">2013-01-27T09:15:58Z</dcterms:modified>
  <cp:category/>
</cp:coreProperties>
</file>